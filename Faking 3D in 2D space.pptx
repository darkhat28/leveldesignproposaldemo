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GODOT 4 DEMO · PSEUDO-3D DEPTH LANES Faking 3D in a 2D Map Purpose: Having Interconnectivity Metroidvania like without vertical platformi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Connected maps, no climbing Metroidvanias link areas into one world, but stacking those areas vertically usually demands tall levels and heavy platforming. The goal Layered, interconnected areas on a screen that stays flat and horizontal. The constraint No vertical platforming, and no real 3D engine work.">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THE ILLUSION The player doesn't climb up vertically. They walk back into the scene to back lane. A diagonal stair, a slow zoom and a swapped set of collisions read as moving to a back lane of the same groun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Three cheap tricks 1 · Zoom Camera zoom grows from 1.5 to 2.0 as the player goes up the stairs. 2 · Foreground The foreground layer fades out at full zoom, leaving the back lane only so no back lane vision/layer obstruct. 3 · Collisions Area triggers switch each lane's platforms on and off.">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Zoom follows height Player position Zoom Foreground Bottom of the stairs 1.5 Visible Partway up 1.5 to 2.0, linear Fading Top of the stairs 2.0 Hidden Zoom only increases while standing on the stairs. Jumping never zooms in, and falling always zooms back ou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Triggers swap the lanes Bottom Stairs and upper platforms off. Middle Stairs on. Top Upper platforms on, with a small push up. Stair top Upper platforms off again for the way back. Only the active lane has solid ground, so the player never collides with the lane behind or in fron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Flat physics, layered feel. Depth in a 2D map comes from zoom, a fading foreground and swapped collisions, with no vertical platforming need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Faking 3D Depth in a 2D Metroidvania Map</dc:title>
  <dc:subject/>
  <dc:creator/>
  <cp:lastModifiedBy/>
  <cp:revision>1</cp:revision>
  <dcterms:created xsi:type="dcterms:W3CDTF">2026-10-27T06:01:40Z</dcterms:created>
  <dcterms:modified xsi:type="dcterms:W3CDTF">2026-10-27T06:01:40Z</dcterms:modified>
</cp:coreProperties>
</file>